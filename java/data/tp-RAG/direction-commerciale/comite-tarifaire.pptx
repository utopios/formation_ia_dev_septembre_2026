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Comite tarifaire du 28 aout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Arbitrages sur les regles de remise - version 2.4</a:t>
            </a:r>
          </a:p>
          <a:p>
            <a:r>
              <a:t>Applicable au 1er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qui a ete arbitre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Plafond de remise maintenu a 15 %, sans exception</a:t>
            </a:r>
          </a:p>
          <a:p>
            <a:pPr>
              <a:defRPr sz="2000"/>
            </a:pPr>
            <a:r>
              <a:t>Non-cumul des remises confirme comme regle absolue</a:t>
            </a:r>
          </a:p>
          <a:p>
            <a:pPr>
              <a:defRPr sz="2000"/>
            </a:pPr>
            <a:r>
              <a:t>Seuils de delegation revus : 8 % / 12 % / 15 %</a:t>
            </a:r>
          </a:p>
          <a:p>
            <a:pPr>
              <a:defRPr sz="2000"/>
            </a:pPr>
            <a:r>
              <a:t>Validation du directeur commercial rendue nominative</a:t>
            </a:r>
          </a:p>
          <a:p>
            <a:pPr>
              <a:defRPr sz="2000"/>
            </a:pPr>
            <a:r>
              <a:t>Fichier Excel du service commercial proscrit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Bareme par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Moins de 1 000 EUR : aucune remise</a:t>
            </a:r>
          </a:p>
          <a:p>
            <a:pPr>
              <a:defRPr sz="2000"/>
            </a:pPr>
            <a:r>
              <a:t>De 1 000 a 5 000 EUR : 3 %</a:t>
            </a:r>
          </a:p>
          <a:p>
            <a:pPr>
              <a:defRPr sz="2000"/>
            </a:pPr>
            <a:r>
              <a:t>De 5 000 a 20 000 EUR : 6 %</a:t>
            </a:r>
          </a:p>
          <a:p>
            <a:pPr>
              <a:defRPr sz="2000"/>
            </a:pPr>
            <a:r>
              <a:t>A partir de 20 000 EUR : 9 %</a:t>
            </a:r>
          </a:p>
          <a:p>
            <a:pPr>
              <a:defRPr sz="2000"/>
            </a:pPr>
            <a:r>
              <a:t>Bonus categorie : Privilege +2 pts, Grand compte +4 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Points non tranches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Consolidation du volume entre sites d'un meme groupe : a l'etude, sans decision</a:t>
            </a:r>
          </a:p>
          <a:p>
            <a:pPr>
              <a:defRPr sz="2000"/>
            </a:pPr>
            <a:r>
              <a:t>Remises sur recurrence de commande : aucun taux arrete</a:t>
            </a:r>
          </a:p>
          <a:p>
            <a:pPr>
              <a:defRPr sz="2000"/>
            </a:pPr>
            <a:r>
              <a:t>Revue du bareme au 1er trimestre 2027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Impacts applicatifs attendus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Le calculateur doit rejeter, pas signaler</a:t>
            </a:r>
          </a:p>
          <a:p>
            <a:pPr>
              <a:defRPr sz="2000"/>
            </a:pPr>
            <a:r>
              <a:t>Tracabilite nominative des gestes commerciaux</a:t>
            </a:r>
          </a:p>
          <a:p>
            <a:pPr>
              <a:defRPr sz="2000"/>
            </a:pPr>
            <a:r>
              <a:t>Etat mensuel au controle de gestion</a:t>
            </a:r>
          </a:p>
          <a:p>
            <a:pPr>
              <a:defRPr sz="2000"/>
            </a:pPr>
            <a:r>
              <a:t>Mise en production visee : 1er septembre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Comite tarifaire - arbitrages remises 2.4</dc:title>
  <dc:subject/>
  <dc:creator>Direction commerciale NovaTech Industries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